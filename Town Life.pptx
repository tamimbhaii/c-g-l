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nva Sans Bold" panose="020B0604020202020204" charset="0"/>
      <p:regular r:id="rId18"/>
    </p:embeddedFont>
    <p:embeddedFont>
      <p:font typeface="Josefin Sans" pitchFamily="2" charset="0"/>
      <p:regular r:id="rId19"/>
      <p:bold r:id="rId20"/>
    </p:embeddedFont>
    <p:embeddedFont>
      <p:font typeface="Josefin Sans Bold" pitchFamily="2" charset="0"/>
      <p:regular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Bold" panose="00000800000000000000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57897-586C-46A5-9CE3-F8FF2EA892E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E1060-96B5-4DF4-8242-6DF6E57CB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88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6E1060-96B5-4DF4-8242-6DF6E57CB7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82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9.svg"/><Relationship Id="rId7" Type="http://schemas.openxmlformats.org/officeDocument/2006/relationships/image" Target="../media/image2.png"/><Relationship Id="rId12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svg"/><Relationship Id="rId10" Type="http://schemas.openxmlformats.org/officeDocument/2006/relationships/image" Target="../media/image14.sv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sv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4.svg"/><Relationship Id="rId5" Type="http://schemas.openxmlformats.org/officeDocument/2006/relationships/image" Target="../media/image11.sv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7.svg"/><Relationship Id="rId7" Type="http://schemas.openxmlformats.org/officeDocument/2006/relationships/image" Target="../media/image20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9.svg"/><Relationship Id="rId10" Type="http://schemas.openxmlformats.org/officeDocument/2006/relationships/image" Target="../media/image30.png"/><Relationship Id="rId4" Type="http://schemas.openxmlformats.org/officeDocument/2006/relationships/image" Target="../media/image28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9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9.png"/><Relationship Id="rId3" Type="http://schemas.openxmlformats.org/officeDocument/2006/relationships/image" Target="../media/image3.svg"/><Relationship Id="rId7" Type="http://schemas.openxmlformats.org/officeDocument/2006/relationships/image" Target="../media/image45.svg"/><Relationship Id="rId12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16.svg"/><Relationship Id="rId5" Type="http://schemas.openxmlformats.org/officeDocument/2006/relationships/image" Target="../media/image43.svg"/><Relationship Id="rId15" Type="http://schemas.openxmlformats.org/officeDocument/2006/relationships/image" Target="../media/image51.png"/><Relationship Id="rId10" Type="http://schemas.openxmlformats.org/officeDocument/2006/relationships/image" Target="../media/image15.png"/><Relationship Id="rId4" Type="http://schemas.openxmlformats.org/officeDocument/2006/relationships/image" Target="../media/image42.png"/><Relationship Id="rId9" Type="http://schemas.openxmlformats.org/officeDocument/2006/relationships/image" Target="../media/image20.svg"/><Relationship Id="rId1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12" Type="http://schemas.openxmlformats.org/officeDocument/2006/relationships/image" Target="../media/image58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16.svg"/><Relationship Id="rId5" Type="http://schemas.openxmlformats.org/officeDocument/2006/relationships/image" Target="../media/image55.svg"/><Relationship Id="rId10" Type="http://schemas.openxmlformats.org/officeDocument/2006/relationships/image" Target="../media/image15.png"/><Relationship Id="rId4" Type="http://schemas.openxmlformats.org/officeDocument/2006/relationships/image" Target="../media/image54.png"/><Relationship Id="rId9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13" Type="http://schemas.openxmlformats.org/officeDocument/2006/relationships/image" Target="../media/image65.png"/><Relationship Id="rId18" Type="http://schemas.openxmlformats.org/officeDocument/2006/relationships/image" Target="../media/image16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53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svg"/><Relationship Id="rId11" Type="http://schemas.openxmlformats.org/officeDocument/2006/relationships/image" Target="../media/image52.png"/><Relationship Id="rId5" Type="http://schemas.openxmlformats.org/officeDocument/2006/relationships/image" Target="../media/image61.png"/><Relationship Id="rId15" Type="http://schemas.openxmlformats.org/officeDocument/2006/relationships/image" Target="../media/image67.png"/><Relationship Id="rId10" Type="http://schemas.openxmlformats.org/officeDocument/2006/relationships/image" Target="../media/image29.svg"/><Relationship Id="rId19" Type="http://schemas.openxmlformats.org/officeDocument/2006/relationships/image" Target="../media/image69.jpeg"/><Relationship Id="rId4" Type="http://schemas.openxmlformats.org/officeDocument/2006/relationships/image" Target="../media/image60.svg"/><Relationship Id="rId9" Type="http://schemas.openxmlformats.org/officeDocument/2006/relationships/image" Target="../media/image28.png"/><Relationship Id="rId14" Type="http://schemas.openxmlformats.org/officeDocument/2006/relationships/image" Target="../media/image6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21015" y="761538"/>
            <a:ext cx="8641961" cy="8641961"/>
          </a:xfrm>
          <a:custGeom>
            <a:avLst/>
            <a:gdLst/>
            <a:ahLst/>
            <a:cxnLst/>
            <a:rect l="l" t="t" r="r" b="b"/>
            <a:pathLst>
              <a:path w="8641961" h="8641961">
                <a:moveTo>
                  <a:pt x="0" y="0"/>
                </a:moveTo>
                <a:lnTo>
                  <a:pt x="8641961" y="0"/>
                </a:lnTo>
                <a:lnTo>
                  <a:pt x="8641961" y="8641961"/>
                </a:lnTo>
                <a:lnTo>
                  <a:pt x="0" y="8641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33738" y="-2783881"/>
            <a:ext cx="3454418" cy="4642087"/>
          </a:xfrm>
          <a:custGeom>
            <a:avLst/>
            <a:gdLst/>
            <a:ahLst/>
            <a:cxnLst/>
            <a:rect l="l" t="t" r="r" b="b"/>
            <a:pathLst>
              <a:path w="3454418" h="4642087">
                <a:moveTo>
                  <a:pt x="0" y="0"/>
                </a:moveTo>
                <a:lnTo>
                  <a:pt x="3454418" y="0"/>
                </a:lnTo>
                <a:lnTo>
                  <a:pt x="3454418" y="4642087"/>
                </a:lnTo>
                <a:lnTo>
                  <a:pt x="0" y="4642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7" r="-77"/>
            </a:stretch>
          </a:blipFill>
        </p:spPr>
      </p:sp>
      <p:sp>
        <p:nvSpPr>
          <p:cNvPr id="4" name="Freeform 4"/>
          <p:cNvSpPr/>
          <p:nvPr/>
        </p:nvSpPr>
        <p:spPr>
          <a:xfrm rot="8208540">
            <a:off x="58083" y="5697884"/>
            <a:ext cx="5070472" cy="6813766"/>
          </a:xfrm>
          <a:custGeom>
            <a:avLst/>
            <a:gdLst/>
            <a:ahLst/>
            <a:cxnLst/>
            <a:rect l="l" t="t" r="r" b="b"/>
            <a:pathLst>
              <a:path w="5070472" h="6813766">
                <a:moveTo>
                  <a:pt x="0" y="0"/>
                </a:moveTo>
                <a:lnTo>
                  <a:pt x="5070472" y="0"/>
                </a:lnTo>
                <a:lnTo>
                  <a:pt x="5070472" y="6813765"/>
                </a:lnTo>
                <a:lnTo>
                  <a:pt x="0" y="6813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7" r="-1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56987" y="9657607"/>
            <a:ext cx="14392151" cy="1085993"/>
          </a:xfrm>
          <a:custGeom>
            <a:avLst/>
            <a:gdLst/>
            <a:ahLst/>
            <a:cxnLst/>
            <a:rect l="l" t="t" r="r" b="b"/>
            <a:pathLst>
              <a:path w="14392151" h="1085993">
                <a:moveTo>
                  <a:pt x="0" y="0"/>
                </a:moveTo>
                <a:lnTo>
                  <a:pt x="14392151" y="0"/>
                </a:lnTo>
                <a:lnTo>
                  <a:pt x="14392151" y="1085993"/>
                </a:lnTo>
                <a:lnTo>
                  <a:pt x="0" y="1085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35164" y="9403499"/>
            <a:ext cx="5068614" cy="1340101"/>
          </a:xfrm>
          <a:custGeom>
            <a:avLst/>
            <a:gdLst/>
            <a:ahLst/>
            <a:cxnLst/>
            <a:rect l="l" t="t" r="r" b="b"/>
            <a:pathLst>
              <a:path w="5068614" h="1340101">
                <a:moveTo>
                  <a:pt x="0" y="0"/>
                </a:moveTo>
                <a:lnTo>
                  <a:pt x="5068615" y="0"/>
                </a:lnTo>
                <a:lnTo>
                  <a:pt x="5068615" y="1340101"/>
                </a:lnTo>
                <a:lnTo>
                  <a:pt x="0" y="13401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3000" y="3867020"/>
            <a:ext cx="8477274" cy="1683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0"/>
              </a:lnSpc>
            </a:pPr>
            <a:r>
              <a:rPr lang="en-US" sz="12847" b="1" spc="680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Town Life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95713" y="9663903"/>
            <a:ext cx="2563587" cy="78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1</a:t>
            </a:r>
          </a:p>
          <a:p>
            <a:pPr algn="r">
              <a:lnSpc>
                <a:spcPts val="2800"/>
              </a:lnSpc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73000" y="3009770"/>
            <a:ext cx="645054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Presentation Topic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6808" y="9657607"/>
            <a:ext cx="15697829" cy="1000544"/>
          </a:xfrm>
          <a:custGeom>
            <a:avLst/>
            <a:gdLst/>
            <a:ahLst/>
            <a:cxnLst/>
            <a:rect l="l" t="t" r="r" b="b"/>
            <a:pathLst>
              <a:path w="15697829" h="1000544">
                <a:moveTo>
                  <a:pt x="0" y="0"/>
                </a:moveTo>
                <a:lnTo>
                  <a:pt x="15697829" y="0"/>
                </a:lnTo>
                <a:lnTo>
                  <a:pt x="15697829" y="1000544"/>
                </a:lnTo>
                <a:lnTo>
                  <a:pt x="0" y="100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35164" y="9403499"/>
            <a:ext cx="4978346" cy="1129484"/>
          </a:xfrm>
          <a:custGeom>
            <a:avLst/>
            <a:gdLst/>
            <a:ahLst/>
            <a:cxnLst/>
            <a:rect l="l" t="t" r="r" b="b"/>
            <a:pathLst>
              <a:path w="4978346" h="1129484">
                <a:moveTo>
                  <a:pt x="0" y="0"/>
                </a:moveTo>
                <a:lnTo>
                  <a:pt x="4978346" y="0"/>
                </a:lnTo>
                <a:lnTo>
                  <a:pt x="4978346" y="1129484"/>
                </a:lnTo>
                <a:lnTo>
                  <a:pt x="0" y="1129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3428760">
            <a:off x="-2343293" y="7352738"/>
            <a:ext cx="4686595" cy="2733846"/>
            <a:chOff x="0" y="0"/>
            <a:chExt cx="6248794" cy="36451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48781" cy="3645154"/>
            </a:xfrm>
            <a:custGeom>
              <a:avLst/>
              <a:gdLst/>
              <a:ahLst/>
              <a:cxnLst/>
              <a:rect l="l" t="t" r="r" b="b"/>
              <a:pathLst>
                <a:path w="6248781" h="3645154">
                  <a:moveTo>
                    <a:pt x="0" y="0"/>
                  </a:moveTo>
                  <a:lnTo>
                    <a:pt x="6248781" y="0"/>
                  </a:lnTo>
                  <a:lnTo>
                    <a:pt x="6248781" y="3645154"/>
                  </a:lnTo>
                  <a:lnTo>
                    <a:pt x="0" y="3645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823540">
            <a:off x="-2962693" y="-2254388"/>
            <a:ext cx="4341714" cy="5834463"/>
          </a:xfrm>
          <a:custGeom>
            <a:avLst/>
            <a:gdLst/>
            <a:ahLst/>
            <a:cxnLst/>
            <a:rect l="l" t="t" r="r" b="b"/>
            <a:pathLst>
              <a:path w="4341714" h="5834463">
                <a:moveTo>
                  <a:pt x="0" y="0"/>
                </a:moveTo>
                <a:lnTo>
                  <a:pt x="4341714" y="0"/>
                </a:lnTo>
                <a:lnTo>
                  <a:pt x="4341714" y="5834462"/>
                </a:lnTo>
                <a:lnTo>
                  <a:pt x="0" y="5834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91" r="-9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62760" y="-1649149"/>
            <a:ext cx="2978087" cy="4114800"/>
          </a:xfrm>
          <a:custGeom>
            <a:avLst/>
            <a:gdLst/>
            <a:ahLst/>
            <a:cxnLst/>
            <a:rect l="l" t="t" r="r" b="b"/>
            <a:pathLst>
              <a:path w="2978087" h="4114800">
                <a:moveTo>
                  <a:pt x="0" y="0"/>
                </a:moveTo>
                <a:lnTo>
                  <a:pt x="2978086" y="0"/>
                </a:lnTo>
                <a:lnTo>
                  <a:pt x="2978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14" r="-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748787" y="9663903"/>
            <a:ext cx="1510513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318" y="1466504"/>
            <a:ext cx="17684820" cy="1438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5"/>
              </a:lnSpc>
            </a:pPr>
            <a:r>
              <a:rPr lang="en-US" sz="3500" spc="5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Course Name: Computer Graphics Lab </a:t>
            </a:r>
          </a:p>
          <a:p>
            <a:pPr algn="l">
              <a:lnSpc>
                <a:spcPts val="5845"/>
              </a:lnSpc>
            </a:pPr>
            <a:r>
              <a:rPr lang="en-US" sz="3500" spc="5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Course code : CSE412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2728" y="5766121"/>
            <a:ext cx="11416585" cy="29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43"/>
              </a:lnSpc>
            </a:pPr>
            <a:r>
              <a:rPr lang="en-US" sz="3499" spc="5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Yamina Islam </a:t>
            </a:r>
          </a:p>
          <a:p>
            <a:pPr algn="just">
              <a:lnSpc>
                <a:spcPts val="5843"/>
              </a:lnSpc>
            </a:pPr>
            <a:r>
              <a:rPr lang="en-US" sz="3499" spc="5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Lecturer</a:t>
            </a:r>
          </a:p>
          <a:p>
            <a:pPr algn="just">
              <a:lnSpc>
                <a:spcPts val="5843"/>
              </a:lnSpc>
            </a:pPr>
            <a:r>
              <a:rPr lang="en-US" sz="3499" spc="5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Department Of CSE</a:t>
            </a:r>
          </a:p>
          <a:p>
            <a:pPr algn="just">
              <a:lnSpc>
                <a:spcPts val="5843"/>
              </a:lnSpc>
            </a:pPr>
            <a:r>
              <a:rPr lang="en-US" sz="3499" spc="5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Daffodil International University</a:t>
            </a:r>
          </a:p>
        </p:txBody>
      </p:sp>
      <p:sp>
        <p:nvSpPr>
          <p:cNvPr id="11" name="Freeform 11"/>
          <p:cNvSpPr/>
          <p:nvPr/>
        </p:nvSpPr>
        <p:spPr>
          <a:xfrm rot="3294900">
            <a:off x="3925924" y="7925828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6" y="0"/>
                </a:lnTo>
                <a:lnTo>
                  <a:pt x="1221076" y="1057751"/>
                </a:lnTo>
                <a:lnTo>
                  <a:pt x="0" y="1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2" name="Freeform 12"/>
          <p:cNvSpPr/>
          <p:nvPr/>
        </p:nvSpPr>
        <p:spPr>
          <a:xfrm rot="3294900">
            <a:off x="12516907" y="499824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7" y="0"/>
                </a:lnTo>
                <a:lnTo>
                  <a:pt x="1221077" y="1057752"/>
                </a:lnTo>
                <a:lnTo>
                  <a:pt x="0" y="10577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3" name="Freeform 13"/>
          <p:cNvSpPr/>
          <p:nvPr/>
        </p:nvSpPr>
        <p:spPr>
          <a:xfrm rot="3294900">
            <a:off x="1269025" y="5418220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7" y="0"/>
                </a:lnTo>
                <a:lnTo>
                  <a:pt x="1221077" y="1057751"/>
                </a:lnTo>
                <a:lnTo>
                  <a:pt x="0" y="1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4" name="Freeform 14"/>
          <p:cNvSpPr/>
          <p:nvPr/>
        </p:nvSpPr>
        <p:spPr>
          <a:xfrm rot="3294900">
            <a:off x="4352224" y="5057662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6" y="0"/>
                </a:lnTo>
                <a:lnTo>
                  <a:pt x="1221076" y="1057751"/>
                </a:lnTo>
                <a:lnTo>
                  <a:pt x="0" y="1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5" name="Freeform 15"/>
          <p:cNvSpPr/>
          <p:nvPr/>
        </p:nvSpPr>
        <p:spPr>
          <a:xfrm rot="3294900">
            <a:off x="3326947" y="315007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6" y="0"/>
                </a:lnTo>
                <a:lnTo>
                  <a:pt x="1221076" y="1057751"/>
                </a:lnTo>
                <a:lnTo>
                  <a:pt x="0" y="1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6" name="Freeform 16"/>
          <p:cNvSpPr/>
          <p:nvPr/>
        </p:nvSpPr>
        <p:spPr>
          <a:xfrm rot="3294900">
            <a:off x="8912339" y="3450469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7" y="0"/>
                </a:lnTo>
                <a:lnTo>
                  <a:pt x="1221077" y="1057751"/>
                </a:lnTo>
                <a:lnTo>
                  <a:pt x="0" y="1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7" name="Freeform 17"/>
          <p:cNvSpPr/>
          <p:nvPr/>
        </p:nvSpPr>
        <p:spPr>
          <a:xfrm rot="3294900">
            <a:off x="9170135" y="499824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6" y="0"/>
                </a:lnTo>
                <a:lnTo>
                  <a:pt x="1221076" y="1057752"/>
                </a:lnTo>
                <a:lnTo>
                  <a:pt x="0" y="10577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8" name="Freeform 18"/>
          <p:cNvSpPr/>
          <p:nvPr/>
        </p:nvSpPr>
        <p:spPr>
          <a:xfrm rot="6624606">
            <a:off x="13908337" y="4254065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6" y="0"/>
                </a:lnTo>
                <a:lnTo>
                  <a:pt x="1221076" y="1057752"/>
                </a:lnTo>
                <a:lnTo>
                  <a:pt x="0" y="10577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9" name="Freeform 19"/>
          <p:cNvSpPr/>
          <p:nvPr/>
        </p:nvSpPr>
        <p:spPr>
          <a:xfrm rot="1622819">
            <a:off x="6825970" y="6221817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7" y="0"/>
                </a:lnTo>
                <a:lnTo>
                  <a:pt x="1221077" y="1057751"/>
                </a:lnTo>
                <a:lnTo>
                  <a:pt x="0" y="1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13" b="-114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6808" y="9657607"/>
            <a:ext cx="15697829" cy="1000544"/>
          </a:xfrm>
          <a:custGeom>
            <a:avLst/>
            <a:gdLst/>
            <a:ahLst/>
            <a:cxnLst/>
            <a:rect l="l" t="t" r="r" b="b"/>
            <a:pathLst>
              <a:path w="15697829" h="1000544">
                <a:moveTo>
                  <a:pt x="0" y="0"/>
                </a:moveTo>
                <a:lnTo>
                  <a:pt x="15697829" y="0"/>
                </a:lnTo>
                <a:lnTo>
                  <a:pt x="15697829" y="1000544"/>
                </a:lnTo>
                <a:lnTo>
                  <a:pt x="0" y="100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35164" y="9403499"/>
            <a:ext cx="4978346" cy="1129484"/>
          </a:xfrm>
          <a:custGeom>
            <a:avLst/>
            <a:gdLst/>
            <a:ahLst/>
            <a:cxnLst/>
            <a:rect l="l" t="t" r="r" b="b"/>
            <a:pathLst>
              <a:path w="4978346" h="1129484">
                <a:moveTo>
                  <a:pt x="0" y="0"/>
                </a:moveTo>
                <a:lnTo>
                  <a:pt x="4978346" y="0"/>
                </a:lnTo>
                <a:lnTo>
                  <a:pt x="4978346" y="1129484"/>
                </a:lnTo>
                <a:lnTo>
                  <a:pt x="0" y="1129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5058120">
            <a:off x="-2988250" y="7719374"/>
            <a:ext cx="5276317" cy="3077851"/>
            <a:chOff x="0" y="0"/>
            <a:chExt cx="7035089" cy="41038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35038" cy="4103751"/>
            </a:xfrm>
            <a:custGeom>
              <a:avLst/>
              <a:gdLst/>
              <a:ahLst/>
              <a:cxnLst/>
              <a:rect l="l" t="t" r="r" b="b"/>
              <a:pathLst>
                <a:path w="7035038" h="4103751">
                  <a:moveTo>
                    <a:pt x="0" y="0"/>
                  </a:moveTo>
                  <a:lnTo>
                    <a:pt x="7035038" y="0"/>
                  </a:lnTo>
                  <a:lnTo>
                    <a:pt x="7035038" y="4103751"/>
                  </a:lnTo>
                  <a:lnTo>
                    <a:pt x="0" y="410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" r="-26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4406760">
            <a:off x="15627420" y="4332008"/>
            <a:ext cx="6172200" cy="3600450"/>
            <a:chOff x="0" y="0"/>
            <a:chExt cx="8229600" cy="4800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29600" cy="4800600"/>
            </a:xfrm>
            <a:custGeom>
              <a:avLst/>
              <a:gdLst/>
              <a:ahLst/>
              <a:cxnLst/>
              <a:rect l="l" t="t" r="r" b="b"/>
              <a:pathLst>
                <a:path w="8229600" h="4800600">
                  <a:moveTo>
                    <a:pt x="0" y="0"/>
                  </a:moveTo>
                  <a:lnTo>
                    <a:pt x="8229600" y="0"/>
                  </a:lnTo>
                  <a:lnTo>
                    <a:pt x="8229600" y="4800600"/>
                  </a:lnTo>
                  <a:lnTo>
                    <a:pt x="0" y="480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rot="-5823540">
            <a:off x="-2665686" y="-2727827"/>
            <a:ext cx="5070472" cy="6813766"/>
          </a:xfrm>
          <a:custGeom>
            <a:avLst/>
            <a:gdLst/>
            <a:ahLst/>
            <a:cxnLst/>
            <a:rect l="l" t="t" r="r" b="b"/>
            <a:pathLst>
              <a:path w="5070472" h="6813766">
                <a:moveTo>
                  <a:pt x="0" y="0"/>
                </a:moveTo>
                <a:lnTo>
                  <a:pt x="5070472" y="0"/>
                </a:lnTo>
                <a:lnTo>
                  <a:pt x="5070472" y="6813766"/>
                </a:lnTo>
                <a:lnTo>
                  <a:pt x="0" y="6813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" r="-1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11509" y="-1028700"/>
            <a:ext cx="2978086" cy="4114800"/>
          </a:xfrm>
          <a:custGeom>
            <a:avLst/>
            <a:gdLst/>
            <a:ahLst/>
            <a:cxnLst/>
            <a:rect l="l" t="t" r="r" b="b"/>
            <a:pathLst>
              <a:path w="2978086" h="4114800">
                <a:moveTo>
                  <a:pt x="0" y="0"/>
                </a:moveTo>
                <a:lnTo>
                  <a:pt x="2978086" y="0"/>
                </a:lnTo>
                <a:lnTo>
                  <a:pt x="2978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7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14" r="-21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748787" y="9663903"/>
            <a:ext cx="1510513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02956" y="1177257"/>
            <a:ext cx="12282087" cy="243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85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OUR TEAM: BUG_OVERFLOW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802725" y="4911128"/>
            <a:ext cx="15938621" cy="1078230"/>
            <a:chOff x="0" y="0"/>
            <a:chExt cx="21251494" cy="1437640"/>
          </a:xfrm>
        </p:grpSpPr>
        <p:sp>
          <p:nvSpPr>
            <p:cNvPr id="13" name="TextBox 13"/>
            <p:cNvSpPr txBox="1"/>
            <p:nvPr/>
          </p:nvSpPr>
          <p:spPr>
            <a:xfrm>
              <a:off x="10625747" y="-142875"/>
              <a:ext cx="10625747" cy="158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9"/>
                </a:lnSpc>
              </a:pPr>
              <a:r>
                <a:rPr lang="en-US" sz="3000" spc="567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MD. TAMIM ISLAM</a:t>
              </a:r>
            </a:p>
            <a:p>
              <a:pPr algn="ctr">
                <a:lnSpc>
                  <a:spcPts val="5009"/>
                </a:lnSpc>
              </a:pPr>
              <a:r>
                <a:rPr lang="en-US" sz="3000" spc="567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0242310005101285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42875"/>
              <a:ext cx="10625747" cy="158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9"/>
                </a:lnSpc>
              </a:pPr>
              <a:r>
                <a:rPr lang="en-US" sz="3000" spc="567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MD. MAHIDUL ISLAM</a:t>
              </a:r>
            </a:p>
            <a:p>
              <a:pPr algn="ctr">
                <a:lnSpc>
                  <a:spcPts val="5009"/>
                </a:lnSpc>
              </a:pPr>
              <a:r>
                <a:rPr lang="en-US" sz="3000" spc="567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0242310005101289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90540">
            <a:off x="16355111" y="-4559370"/>
            <a:ext cx="5070472" cy="6813766"/>
          </a:xfrm>
          <a:custGeom>
            <a:avLst/>
            <a:gdLst/>
            <a:ahLst/>
            <a:cxnLst/>
            <a:rect l="l" t="t" r="r" b="b"/>
            <a:pathLst>
              <a:path w="5070472" h="6813766">
                <a:moveTo>
                  <a:pt x="0" y="0"/>
                </a:moveTo>
                <a:lnTo>
                  <a:pt x="5070472" y="0"/>
                </a:lnTo>
                <a:lnTo>
                  <a:pt x="5070472" y="6813766"/>
                </a:lnTo>
                <a:lnTo>
                  <a:pt x="0" y="681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" r="-1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68503" y="8395531"/>
            <a:ext cx="4553026" cy="4114800"/>
          </a:xfrm>
          <a:custGeom>
            <a:avLst/>
            <a:gdLst/>
            <a:ahLst/>
            <a:cxnLst/>
            <a:rect l="l" t="t" r="r" b="b"/>
            <a:pathLst>
              <a:path w="4553026" h="4114800">
                <a:moveTo>
                  <a:pt x="0" y="0"/>
                </a:moveTo>
                <a:lnTo>
                  <a:pt x="4553026" y="0"/>
                </a:lnTo>
                <a:lnTo>
                  <a:pt x="455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" b="-1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26897" y="9657607"/>
            <a:ext cx="15727918" cy="1075763"/>
          </a:xfrm>
          <a:custGeom>
            <a:avLst/>
            <a:gdLst/>
            <a:ahLst/>
            <a:cxnLst/>
            <a:rect l="l" t="t" r="r" b="b"/>
            <a:pathLst>
              <a:path w="15727918" h="1075763">
                <a:moveTo>
                  <a:pt x="0" y="0"/>
                </a:moveTo>
                <a:lnTo>
                  <a:pt x="15727918" y="0"/>
                </a:lnTo>
                <a:lnTo>
                  <a:pt x="15727918" y="1075763"/>
                </a:lnTo>
                <a:lnTo>
                  <a:pt x="0" y="10757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35164" y="9403499"/>
            <a:ext cx="5053565" cy="1329881"/>
          </a:xfrm>
          <a:custGeom>
            <a:avLst/>
            <a:gdLst/>
            <a:ahLst/>
            <a:cxnLst/>
            <a:rect l="l" t="t" r="r" b="b"/>
            <a:pathLst>
              <a:path w="5053565" h="1329881">
                <a:moveTo>
                  <a:pt x="0" y="0"/>
                </a:moveTo>
                <a:lnTo>
                  <a:pt x="5053565" y="0"/>
                </a:lnTo>
                <a:lnTo>
                  <a:pt x="5053565" y="1329881"/>
                </a:lnTo>
                <a:lnTo>
                  <a:pt x="0" y="13298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60820" y="1398865"/>
            <a:ext cx="4870720" cy="7306081"/>
          </a:xfrm>
          <a:custGeom>
            <a:avLst/>
            <a:gdLst/>
            <a:ahLst/>
            <a:cxnLst/>
            <a:rect l="l" t="t" r="r" b="b"/>
            <a:pathLst>
              <a:path w="4870720" h="7306081">
                <a:moveTo>
                  <a:pt x="0" y="0"/>
                </a:moveTo>
                <a:lnTo>
                  <a:pt x="4870720" y="0"/>
                </a:lnTo>
                <a:lnTo>
                  <a:pt x="4870720" y="7306080"/>
                </a:lnTo>
                <a:lnTo>
                  <a:pt x="0" y="7306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685933"/>
            <a:ext cx="8115300" cy="1714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680992"/>
            <a:ext cx="11684241" cy="627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3"/>
              </a:lnSpc>
            </a:pPr>
            <a:r>
              <a:rPr lang="en-US" sz="2499" spc="4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Town Life is a dynamic computer graphics project that brings a small urban environment to life through animation and interactivity.</a:t>
            </a:r>
          </a:p>
          <a:p>
            <a:pPr algn="just">
              <a:lnSpc>
                <a:spcPts val="4174"/>
              </a:lnSpc>
            </a:pPr>
            <a:endParaRPr lang="en-US" sz="2499" spc="46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173"/>
              </a:lnSpc>
            </a:pPr>
            <a:r>
              <a:rPr lang="en-US" sz="2499" spc="4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Using OpenGL and GLUT, it showcases dynamic scenes with changing weather conditions like day, night, and rain, along with moving elements such as cars and clouds.</a:t>
            </a:r>
          </a:p>
          <a:p>
            <a:pPr algn="just">
              <a:lnSpc>
                <a:spcPts val="4173"/>
              </a:lnSpc>
            </a:pPr>
            <a:endParaRPr lang="en-US" sz="2499" spc="46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174"/>
              </a:lnSpc>
            </a:pPr>
            <a:r>
              <a:rPr lang="en-US" sz="2499" spc="4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project highlights how simple graphics techniques can create an interactive and realistic scene.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74956" y="9663903"/>
            <a:ext cx="1384344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1500" y="9657607"/>
            <a:ext cx="15592520" cy="1075763"/>
          </a:xfrm>
          <a:custGeom>
            <a:avLst/>
            <a:gdLst/>
            <a:ahLst/>
            <a:cxnLst/>
            <a:rect l="l" t="t" r="r" b="b"/>
            <a:pathLst>
              <a:path w="15592520" h="1075763">
                <a:moveTo>
                  <a:pt x="0" y="0"/>
                </a:moveTo>
                <a:lnTo>
                  <a:pt x="15592521" y="0"/>
                </a:lnTo>
                <a:lnTo>
                  <a:pt x="15592521" y="1075763"/>
                </a:lnTo>
                <a:lnTo>
                  <a:pt x="0" y="1075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35164" y="9403499"/>
            <a:ext cx="5053565" cy="1129484"/>
          </a:xfrm>
          <a:custGeom>
            <a:avLst/>
            <a:gdLst/>
            <a:ahLst/>
            <a:cxnLst/>
            <a:rect l="l" t="t" r="r" b="b"/>
            <a:pathLst>
              <a:path w="5053565" h="1129484">
                <a:moveTo>
                  <a:pt x="0" y="0"/>
                </a:moveTo>
                <a:lnTo>
                  <a:pt x="5053565" y="0"/>
                </a:lnTo>
                <a:lnTo>
                  <a:pt x="5053565" y="1129484"/>
                </a:lnTo>
                <a:lnTo>
                  <a:pt x="0" y="1129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35976" y="-947309"/>
            <a:ext cx="4553026" cy="4114800"/>
          </a:xfrm>
          <a:custGeom>
            <a:avLst/>
            <a:gdLst/>
            <a:ahLst/>
            <a:cxnLst/>
            <a:rect l="l" t="t" r="r" b="b"/>
            <a:pathLst>
              <a:path w="4553026" h="4114800">
                <a:moveTo>
                  <a:pt x="0" y="0"/>
                </a:moveTo>
                <a:lnTo>
                  <a:pt x="4553026" y="0"/>
                </a:lnTo>
                <a:lnTo>
                  <a:pt x="455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2" b="-12"/>
            </a:stretch>
          </a:blipFill>
        </p:spPr>
      </p:sp>
      <p:sp>
        <p:nvSpPr>
          <p:cNvPr id="5" name="Freeform 5"/>
          <p:cNvSpPr/>
          <p:nvPr/>
        </p:nvSpPr>
        <p:spPr>
          <a:xfrm rot="2591880">
            <a:off x="1052008" y="489709"/>
            <a:ext cx="1244432" cy="1077992"/>
          </a:xfrm>
          <a:custGeom>
            <a:avLst/>
            <a:gdLst/>
            <a:ahLst/>
            <a:cxnLst/>
            <a:rect l="l" t="t" r="r" b="b"/>
            <a:pathLst>
              <a:path w="1244432" h="1077992">
                <a:moveTo>
                  <a:pt x="0" y="0"/>
                </a:moveTo>
                <a:lnTo>
                  <a:pt x="1244431" y="0"/>
                </a:lnTo>
                <a:lnTo>
                  <a:pt x="1244431" y="1077992"/>
                </a:lnTo>
                <a:lnTo>
                  <a:pt x="0" y="1077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29" b="-22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284034" y="3302013"/>
            <a:ext cx="3719932" cy="2924794"/>
            <a:chOff x="0" y="0"/>
            <a:chExt cx="4959909" cy="38997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59858" cy="3899789"/>
            </a:xfrm>
            <a:custGeom>
              <a:avLst/>
              <a:gdLst/>
              <a:ahLst/>
              <a:cxnLst/>
              <a:rect l="l" t="t" r="r" b="b"/>
              <a:pathLst>
                <a:path w="4959858" h="3899789">
                  <a:moveTo>
                    <a:pt x="0" y="0"/>
                  </a:moveTo>
                  <a:lnTo>
                    <a:pt x="4959858" y="0"/>
                  </a:lnTo>
                  <a:lnTo>
                    <a:pt x="4959858" y="3899789"/>
                  </a:lnTo>
                  <a:lnTo>
                    <a:pt x="0" y="3899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5" r="-26" b="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5885100" y="9663903"/>
            <a:ext cx="1374200" cy="43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79934" y="0"/>
            <a:ext cx="11836098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Objective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996041"/>
            <a:ext cx="6482505" cy="150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Implementing classic graphics algorithms to construct visual elements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433705"/>
            <a:ext cx="6482505" cy="150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Creating a dynamic environment with multiple weather conditions (day, night, rain)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699" y="2996041"/>
            <a:ext cx="5601233" cy="150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Developing smooth animations for objects like vehicles, clouds, and rainfall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91699" y="5433705"/>
            <a:ext cx="5215347" cy="100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Enhancing user experience through interactive controls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2313" y="2011361"/>
            <a:ext cx="8748858" cy="63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1"/>
              </a:lnSpc>
            </a:pPr>
            <a:r>
              <a:rPr lang="en-US" sz="3587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The main objectives of this project are: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11857" y="9657607"/>
            <a:ext cx="15712869" cy="1030634"/>
          </a:xfrm>
          <a:custGeom>
            <a:avLst/>
            <a:gdLst/>
            <a:ahLst/>
            <a:cxnLst/>
            <a:rect l="l" t="t" r="r" b="b"/>
            <a:pathLst>
              <a:path w="15712869" h="1030634">
                <a:moveTo>
                  <a:pt x="0" y="0"/>
                </a:moveTo>
                <a:lnTo>
                  <a:pt x="15712868" y="0"/>
                </a:lnTo>
                <a:lnTo>
                  <a:pt x="15712868" y="1030634"/>
                </a:lnTo>
                <a:lnTo>
                  <a:pt x="0" y="1030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35164" y="9403499"/>
            <a:ext cx="4752689" cy="1129484"/>
          </a:xfrm>
          <a:custGeom>
            <a:avLst/>
            <a:gdLst/>
            <a:ahLst/>
            <a:cxnLst/>
            <a:rect l="l" t="t" r="r" b="b"/>
            <a:pathLst>
              <a:path w="4752689" h="1129484">
                <a:moveTo>
                  <a:pt x="0" y="0"/>
                </a:moveTo>
                <a:lnTo>
                  <a:pt x="4752690" y="0"/>
                </a:lnTo>
                <a:lnTo>
                  <a:pt x="4752690" y="1129484"/>
                </a:lnTo>
                <a:lnTo>
                  <a:pt x="0" y="1129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767432"/>
            <a:ext cx="4790456" cy="4790456"/>
          </a:xfrm>
          <a:custGeom>
            <a:avLst/>
            <a:gdLst/>
            <a:ahLst/>
            <a:cxnLst/>
            <a:rect l="l" t="t" r="r" b="b"/>
            <a:pathLst>
              <a:path w="4790456" h="4790456">
                <a:moveTo>
                  <a:pt x="0" y="0"/>
                </a:moveTo>
                <a:lnTo>
                  <a:pt x="4790456" y="0"/>
                </a:lnTo>
                <a:lnTo>
                  <a:pt x="4790456" y="4790455"/>
                </a:lnTo>
                <a:lnTo>
                  <a:pt x="0" y="47904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5229" y="2718816"/>
            <a:ext cx="4785712" cy="5168627"/>
          </a:xfrm>
          <a:custGeom>
            <a:avLst/>
            <a:gdLst/>
            <a:ahLst/>
            <a:cxnLst/>
            <a:rect l="l" t="t" r="r" b="b"/>
            <a:pathLst>
              <a:path w="4785712" h="5168627">
                <a:moveTo>
                  <a:pt x="0" y="0"/>
                </a:moveTo>
                <a:lnTo>
                  <a:pt x="4785713" y="0"/>
                </a:lnTo>
                <a:lnTo>
                  <a:pt x="4785713" y="5168627"/>
                </a:lnTo>
                <a:lnTo>
                  <a:pt x="0" y="51686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52879" y="2767432"/>
            <a:ext cx="4790456" cy="4790456"/>
          </a:xfrm>
          <a:custGeom>
            <a:avLst/>
            <a:gdLst/>
            <a:ahLst/>
            <a:cxnLst/>
            <a:rect l="l" t="t" r="r" b="b"/>
            <a:pathLst>
              <a:path w="4790456" h="4790456">
                <a:moveTo>
                  <a:pt x="0" y="0"/>
                </a:moveTo>
                <a:lnTo>
                  <a:pt x="4790456" y="0"/>
                </a:lnTo>
                <a:lnTo>
                  <a:pt x="4790456" y="4790455"/>
                </a:lnTo>
                <a:lnTo>
                  <a:pt x="0" y="47904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77058" y="2767432"/>
            <a:ext cx="4790456" cy="4790456"/>
          </a:xfrm>
          <a:custGeom>
            <a:avLst/>
            <a:gdLst/>
            <a:ahLst/>
            <a:cxnLst/>
            <a:rect l="l" t="t" r="r" b="b"/>
            <a:pathLst>
              <a:path w="4790456" h="4790456">
                <a:moveTo>
                  <a:pt x="0" y="0"/>
                </a:moveTo>
                <a:lnTo>
                  <a:pt x="4790456" y="0"/>
                </a:lnTo>
                <a:lnTo>
                  <a:pt x="4790456" y="4790455"/>
                </a:lnTo>
                <a:lnTo>
                  <a:pt x="0" y="47904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849408" y="2718816"/>
            <a:ext cx="4785712" cy="5168627"/>
          </a:xfrm>
          <a:custGeom>
            <a:avLst/>
            <a:gdLst/>
            <a:ahLst/>
            <a:cxnLst/>
            <a:rect l="l" t="t" r="r" b="b"/>
            <a:pathLst>
              <a:path w="4785712" h="5168627">
                <a:moveTo>
                  <a:pt x="0" y="0"/>
                </a:moveTo>
                <a:lnTo>
                  <a:pt x="4785713" y="0"/>
                </a:lnTo>
                <a:lnTo>
                  <a:pt x="4785713" y="5168627"/>
                </a:lnTo>
                <a:lnTo>
                  <a:pt x="0" y="51686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73588" y="2718816"/>
            <a:ext cx="4785712" cy="5168627"/>
          </a:xfrm>
          <a:custGeom>
            <a:avLst/>
            <a:gdLst/>
            <a:ahLst/>
            <a:cxnLst/>
            <a:rect l="l" t="t" r="r" b="b"/>
            <a:pathLst>
              <a:path w="4785712" h="5168627">
                <a:moveTo>
                  <a:pt x="0" y="0"/>
                </a:moveTo>
                <a:lnTo>
                  <a:pt x="4785712" y="0"/>
                </a:lnTo>
                <a:lnTo>
                  <a:pt x="4785712" y="5168627"/>
                </a:lnTo>
                <a:lnTo>
                  <a:pt x="0" y="51686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128775" y="3050670"/>
            <a:ext cx="590307" cy="708155"/>
          </a:xfrm>
          <a:custGeom>
            <a:avLst/>
            <a:gdLst/>
            <a:ahLst/>
            <a:cxnLst/>
            <a:rect l="l" t="t" r="r" b="b"/>
            <a:pathLst>
              <a:path w="590307" h="708155">
                <a:moveTo>
                  <a:pt x="0" y="0"/>
                </a:moveTo>
                <a:lnTo>
                  <a:pt x="590306" y="0"/>
                </a:lnTo>
                <a:lnTo>
                  <a:pt x="590306" y="708155"/>
                </a:lnTo>
                <a:lnTo>
                  <a:pt x="0" y="7081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7291" r="-2326" b="-992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605554" y="2991584"/>
            <a:ext cx="885105" cy="826328"/>
          </a:xfrm>
          <a:custGeom>
            <a:avLst/>
            <a:gdLst/>
            <a:ahLst/>
            <a:cxnLst/>
            <a:rect l="l" t="t" r="r" b="b"/>
            <a:pathLst>
              <a:path w="885105" h="826328">
                <a:moveTo>
                  <a:pt x="0" y="0"/>
                </a:moveTo>
                <a:lnTo>
                  <a:pt x="885106" y="0"/>
                </a:lnTo>
                <a:lnTo>
                  <a:pt x="885106" y="826328"/>
                </a:lnTo>
                <a:lnTo>
                  <a:pt x="0" y="8263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31222" r="-6508" b="-3892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376100" y="3017931"/>
            <a:ext cx="751554" cy="773634"/>
          </a:xfrm>
          <a:custGeom>
            <a:avLst/>
            <a:gdLst/>
            <a:ahLst/>
            <a:cxnLst/>
            <a:rect l="l" t="t" r="r" b="b"/>
            <a:pathLst>
              <a:path w="751554" h="773634">
                <a:moveTo>
                  <a:pt x="0" y="0"/>
                </a:moveTo>
                <a:lnTo>
                  <a:pt x="751554" y="0"/>
                </a:lnTo>
                <a:lnTo>
                  <a:pt x="751554" y="773634"/>
                </a:lnTo>
                <a:lnTo>
                  <a:pt x="0" y="7736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22429" b="-2245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875060" y="9663903"/>
            <a:ext cx="1384240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62806" y="685800"/>
            <a:ext cx="9962398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Methodology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6325" y="3810323"/>
            <a:ext cx="462352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Primitives &amp; Algorithms</a:t>
            </a:r>
          </a:p>
          <a:p>
            <a:pPr algn="ctr">
              <a:lnSpc>
                <a:spcPts val="4200"/>
              </a:lnSpc>
            </a:pPr>
            <a:endParaRPr lang="en-US" sz="3000" b="1">
              <a:solidFill>
                <a:srgbClr val="000000"/>
              </a:solidFill>
              <a:latin typeface="Josefin Sans Bold"/>
              <a:ea typeface="Josefin Sans Bold"/>
              <a:cs typeface="Josefin Sans Bold"/>
              <a:sym typeface="Josefi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02375" y="3810323"/>
            <a:ext cx="407977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Animation Techniques</a:t>
            </a:r>
          </a:p>
          <a:p>
            <a:pPr algn="ctr">
              <a:lnSpc>
                <a:spcPts val="4200"/>
              </a:lnSpc>
            </a:pPr>
            <a:endParaRPr lang="en-US" sz="3000" b="1">
              <a:solidFill>
                <a:srgbClr val="000000"/>
              </a:solidFill>
              <a:latin typeface="Josefin Sans Bold"/>
              <a:ea typeface="Josefin Sans Bold"/>
              <a:cs typeface="Josefin Sans Bold"/>
              <a:sym typeface="Josefin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359021" y="3810323"/>
            <a:ext cx="478571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Dynamic Effects</a:t>
            </a:r>
          </a:p>
          <a:p>
            <a:pPr algn="ctr">
              <a:lnSpc>
                <a:spcPts val="4200"/>
              </a:lnSpc>
            </a:pPr>
            <a:endParaRPr lang="en-US" sz="3000" b="1">
              <a:solidFill>
                <a:srgbClr val="000000"/>
              </a:solidFill>
              <a:latin typeface="Josefin Sans Bold"/>
              <a:ea typeface="Josefin Sans Bold"/>
              <a:cs typeface="Josefin Sans Bold"/>
              <a:sym typeface="Josefin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06325" y="4171131"/>
            <a:ext cx="4785712" cy="40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DDA &amp; Bresenham’s line drawing</a:t>
            </a:r>
          </a:p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Triangle Fan circle drawing</a:t>
            </a:r>
          </a:p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Polygon &amp; Quad primitives for buildings &amp; cars</a:t>
            </a:r>
          </a:p>
          <a:p>
            <a:pPr algn="l">
              <a:lnSpc>
                <a:spcPts val="4006"/>
              </a:lnSpc>
            </a:pPr>
            <a:endParaRPr lang="en-US" sz="2399" spc="45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921537" y="4171131"/>
            <a:ext cx="4641456" cy="406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Moving object based animation </a:t>
            </a:r>
          </a:p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 car movement with reset</a:t>
            </a:r>
          </a:p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Multi-speed cloud drifting</a:t>
            </a:r>
          </a:p>
          <a:p>
            <a:pPr algn="l">
              <a:lnSpc>
                <a:spcPts val="4006"/>
              </a:lnSpc>
            </a:pPr>
            <a:endParaRPr lang="en-US" sz="2399" spc="45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617844" y="4238948"/>
            <a:ext cx="4641456" cy="40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Day/Night mode (sky, sun/moon, lamp)</a:t>
            </a:r>
          </a:p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 generation for night scene</a:t>
            </a:r>
          </a:p>
          <a:p>
            <a:pPr marL="517945" lvl="1" indent="-258972" algn="l">
              <a:lnSpc>
                <a:spcPts val="4006"/>
              </a:lnSpc>
              <a:buFont typeface="Arial"/>
              <a:buChar char="•"/>
            </a:pPr>
            <a:r>
              <a:rPr lang="en-US" sz="2399" spc="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keyboard interaction</a:t>
            </a:r>
          </a:p>
          <a:p>
            <a:pPr algn="l">
              <a:lnSpc>
                <a:spcPts val="4006"/>
              </a:lnSpc>
            </a:pPr>
            <a:endParaRPr lang="en-US" sz="2399" spc="45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678" y="9657607"/>
            <a:ext cx="14286843" cy="1045683"/>
          </a:xfrm>
          <a:custGeom>
            <a:avLst/>
            <a:gdLst/>
            <a:ahLst/>
            <a:cxnLst/>
            <a:rect l="l" t="t" r="r" b="b"/>
            <a:pathLst>
              <a:path w="14286843" h="1045683">
                <a:moveTo>
                  <a:pt x="0" y="0"/>
                </a:moveTo>
                <a:lnTo>
                  <a:pt x="14286842" y="0"/>
                </a:lnTo>
                <a:lnTo>
                  <a:pt x="14286842" y="1045683"/>
                </a:lnTo>
                <a:lnTo>
                  <a:pt x="0" y="1045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35164" y="9403499"/>
            <a:ext cx="5090293" cy="1129484"/>
          </a:xfrm>
          <a:custGeom>
            <a:avLst/>
            <a:gdLst/>
            <a:ahLst/>
            <a:cxnLst/>
            <a:rect l="l" t="t" r="r" b="b"/>
            <a:pathLst>
              <a:path w="5090293" h="1129484">
                <a:moveTo>
                  <a:pt x="0" y="0"/>
                </a:moveTo>
                <a:lnTo>
                  <a:pt x="5090294" y="0"/>
                </a:lnTo>
                <a:lnTo>
                  <a:pt x="5090294" y="1129484"/>
                </a:lnTo>
                <a:lnTo>
                  <a:pt x="0" y="1129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028700"/>
            <a:ext cx="8239897" cy="8229600"/>
          </a:xfrm>
          <a:custGeom>
            <a:avLst/>
            <a:gdLst/>
            <a:ahLst/>
            <a:cxnLst/>
            <a:rect l="l" t="t" r="r" b="b"/>
            <a:pathLst>
              <a:path w="8239897" h="8229600">
                <a:moveTo>
                  <a:pt x="0" y="0"/>
                </a:moveTo>
                <a:lnTo>
                  <a:pt x="8239897" y="0"/>
                </a:lnTo>
                <a:lnTo>
                  <a:pt x="823989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3" r="-5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524326" y="-1028700"/>
            <a:ext cx="4553026" cy="4114800"/>
          </a:xfrm>
          <a:custGeom>
            <a:avLst/>
            <a:gdLst/>
            <a:ahLst/>
            <a:cxnLst/>
            <a:rect l="l" t="t" r="r" b="b"/>
            <a:pathLst>
              <a:path w="4553026" h="4114800">
                <a:moveTo>
                  <a:pt x="0" y="0"/>
                </a:moveTo>
                <a:lnTo>
                  <a:pt x="4553026" y="0"/>
                </a:lnTo>
                <a:lnTo>
                  <a:pt x="455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2" b="-1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38589" y="9663903"/>
            <a:ext cx="1420711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73523" y="2470128"/>
            <a:ext cx="7811024" cy="134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9"/>
              </a:lnSpc>
            </a:pPr>
            <a:r>
              <a:rPr lang="en-US" sz="9385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Future Work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02098" y="5187218"/>
            <a:ext cx="7962757" cy="57150"/>
            <a:chOff x="0" y="0"/>
            <a:chExt cx="10617010" cy="76200"/>
          </a:xfrm>
        </p:grpSpPr>
        <p:sp>
          <p:nvSpPr>
            <p:cNvPr id="9" name="Freeform 9"/>
            <p:cNvSpPr/>
            <p:nvPr/>
          </p:nvSpPr>
          <p:spPr>
            <a:xfrm>
              <a:off x="50800" y="0"/>
              <a:ext cx="10540873" cy="101600"/>
            </a:xfrm>
            <a:custGeom>
              <a:avLst/>
              <a:gdLst/>
              <a:ahLst/>
              <a:cxnLst/>
              <a:rect l="l" t="t" r="r" b="b"/>
              <a:pathLst>
                <a:path w="10540873" h="101600">
                  <a:moveTo>
                    <a:pt x="0" y="0"/>
                  </a:moveTo>
                  <a:lnTo>
                    <a:pt x="10540873" y="0"/>
                  </a:lnTo>
                  <a:lnTo>
                    <a:pt x="1054087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702098" y="6415493"/>
            <a:ext cx="7962757" cy="57150"/>
            <a:chOff x="0" y="0"/>
            <a:chExt cx="10617010" cy="76200"/>
          </a:xfrm>
        </p:grpSpPr>
        <p:sp>
          <p:nvSpPr>
            <p:cNvPr id="11" name="Freeform 11"/>
            <p:cNvSpPr/>
            <p:nvPr/>
          </p:nvSpPr>
          <p:spPr>
            <a:xfrm>
              <a:off x="50800" y="0"/>
              <a:ext cx="10540873" cy="101600"/>
            </a:xfrm>
            <a:custGeom>
              <a:avLst/>
              <a:gdLst/>
              <a:ahLst/>
              <a:cxnLst/>
              <a:rect l="l" t="t" r="r" b="b"/>
              <a:pathLst>
                <a:path w="10540873" h="101600">
                  <a:moveTo>
                    <a:pt x="0" y="0"/>
                  </a:moveTo>
                  <a:lnTo>
                    <a:pt x="10540873" y="0"/>
                  </a:lnTo>
                  <a:lnTo>
                    <a:pt x="1054087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644948" y="7643769"/>
            <a:ext cx="7962757" cy="57150"/>
            <a:chOff x="0" y="0"/>
            <a:chExt cx="10617010" cy="76200"/>
          </a:xfrm>
        </p:grpSpPr>
        <p:sp>
          <p:nvSpPr>
            <p:cNvPr id="13" name="Freeform 13"/>
            <p:cNvSpPr/>
            <p:nvPr/>
          </p:nvSpPr>
          <p:spPr>
            <a:xfrm>
              <a:off x="50800" y="0"/>
              <a:ext cx="10540873" cy="101600"/>
            </a:xfrm>
            <a:custGeom>
              <a:avLst/>
              <a:gdLst/>
              <a:ahLst/>
              <a:cxnLst/>
              <a:rect l="l" t="t" r="r" b="b"/>
              <a:pathLst>
                <a:path w="10540873" h="101600">
                  <a:moveTo>
                    <a:pt x="0" y="0"/>
                  </a:moveTo>
                  <a:lnTo>
                    <a:pt x="10540873" y="0"/>
                  </a:lnTo>
                  <a:lnTo>
                    <a:pt x="1054087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702098" y="4035143"/>
            <a:ext cx="7811024" cy="99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08"/>
              </a:lnSpc>
            </a:pPr>
            <a:r>
              <a:rPr lang="en-US" sz="2400" spc="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traffic signals and pedestrian animation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02098" y="5263418"/>
            <a:ext cx="7905607" cy="99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8"/>
              </a:lnSpc>
            </a:pPr>
            <a:r>
              <a:rPr lang="en-US" sz="2400" spc="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lighting and shading effects for realism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02098" y="6491693"/>
            <a:ext cx="7905607" cy="99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8"/>
              </a:lnSpc>
            </a:pPr>
            <a:r>
              <a:rPr lang="en-US" sz="2400" spc="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Introduce sound effects (rain, traffic, environment)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02098" y="7724731"/>
            <a:ext cx="7962757" cy="99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8"/>
              </a:lnSpc>
            </a:pPr>
            <a:r>
              <a:rPr lang="en-US" sz="2400" spc="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Upgrade from 2D to 3D environment using modern OpenGL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386319">
            <a:off x="-2909878" y="5851417"/>
            <a:ext cx="5070472" cy="6813766"/>
          </a:xfrm>
          <a:custGeom>
            <a:avLst/>
            <a:gdLst/>
            <a:ahLst/>
            <a:cxnLst/>
            <a:rect l="l" t="t" r="r" b="b"/>
            <a:pathLst>
              <a:path w="5070472" h="6813766">
                <a:moveTo>
                  <a:pt x="0" y="0"/>
                </a:moveTo>
                <a:lnTo>
                  <a:pt x="5070472" y="0"/>
                </a:lnTo>
                <a:lnTo>
                  <a:pt x="5070472" y="6813766"/>
                </a:lnTo>
                <a:lnTo>
                  <a:pt x="0" y="681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" r="-1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51678" y="9657607"/>
            <a:ext cx="14286843" cy="1045683"/>
          </a:xfrm>
          <a:custGeom>
            <a:avLst/>
            <a:gdLst/>
            <a:ahLst/>
            <a:cxnLst/>
            <a:rect l="l" t="t" r="r" b="b"/>
            <a:pathLst>
              <a:path w="14286843" h="1045683">
                <a:moveTo>
                  <a:pt x="0" y="0"/>
                </a:moveTo>
                <a:lnTo>
                  <a:pt x="14286842" y="0"/>
                </a:lnTo>
                <a:lnTo>
                  <a:pt x="14286842" y="1045683"/>
                </a:lnTo>
                <a:lnTo>
                  <a:pt x="0" y="1045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590540">
            <a:off x="17041032" y="4887720"/>
            <a:ext cx="5070472" cy="6813766"/>
          </a:xfrm>
          <a:custGeom>
            <a:avLst/>
            <a:gdLst/>
            <a:ahLst/>
            <a:cxnLst/>
            <a:rect l="l" t="t" r="r" b="b"/>
            <a:pathLst>
              <a:path w="5070472" h="6813766">
                <a:moveTo>
                  <a:pt x="0" y="0"/>
                </a:moveTo>
                <a:lnTo>
                  <a:pt x="5070471" y="0"/>
                </a:lnTo>
                <a:lnTo>
                  <a:pt x="5070471" y="6813766"/>
                </a:lnTo>
                <a:lnTo>
                  <a:pt x="0" y="681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" r="-1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35164" y="9403499"/>
            <a:ext cx="5090293" cy="1129484"/>
          </a:xfrm>
          <a:custGeom>
            <a:avLst/>
            <a:gdLst/>
            <a:ahLst/>
            <a:cxnLst/>
            <a:rect l="l" t="t" r="r" b="b"/>
            <a:pathLst>
              <a:path w="5090293" h="1129484">
                <a:moveTo>
                  <a:pt x="0" y="0"/>
                </a:moveTo>
                <a:lnTo>
                  <a:pt x="5090294" y="0"/>
                </a:lnTo>
                <a:lnTo>
                  <a:pt x="5090294" y="1129484"/>
                </a:lnTo>
                <a:lnTo>
                  <a:pt x="0" y="1129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524326" y="-1028700"/>
            <a:ext cx="4553026" cy="4114800"/>
          </a:xfrm>
          <a:custGeom>
            <a:avLst/>
            <a:gdLst/>
            <a:ahLst/>
            <a:cxnLst/>
            <a:rect l="l" t="t" r="r" b="b"/>
            <a:pathLst>
              <a:path w="4553026" h="4114800">
                <a:moveTo>
                  <a:pt x="0" y="0"/>
                </a:moveTo>
                <a:lnTo>
                  <a:pt x="4553026" y="0"/>
                </a:lnTo>
                <a:lnTo>
                  <a:pt x="455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2" b="-12"/>
            </a:stretch>
          </a:blipFill>
        </p:spPr>
      </p:sp>
      <p:sp>
        <p:nvSpPr>
          <p:cNvPr id="7" name="Freeform 7"/>
          <p:cNvSpPr/>
          <p:nvPr/>
        </p:nvSpPr>
        <p:spPr>
          <a:xfrm rot="3294900">
            <a:off x="2366972" y="7736500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6" y="0"/>
                </a:lnTo>
                <a:lnTo>
                  <a:pt x="1221076" y="1057752"/>
                </a:lnTo>
                <a:lnTo>
                  <a:pt x="0" y="10577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13" b="-114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00868" y="5721525"/>
            <a:ext cx="6448968" cy="4056212"/>
            <a:chOff x="0" y="0"/>
            <a:chExt cx="8598624" cy="54082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98662" cy="5408295"/>
            </a:xfrm>
            <a:custGeom>
              <a:avLst/>
              <a:gdLst/>
              <a:ahLst/>
              <a:cxnLst/>
              <a:rect l="l" t="t" r="r" b="b"/>
              <a:pathLst>
                <a:path w="8598662" h="5408295">
                  <a:moveTo>
                    <a:pt x="0" y="0"/>
                  </a:moveTo>
                  <a:lnTo>
                    <a:pt x="8598662" y="0"/>
                  </a:lnTo>
                  <a:lnTo>
                    <a:pt x="8598662" y="5408295"/>
                  </a:lnTo>
                  <a:lnTo>
                    <a:pt x="0" y="5408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976" r="-597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5838589" y="9663903"/>
            <a:ext cx="1420711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8</a:t>
            </a:r>
          </a:p>
        </p:txBody>
      </p:sp>
      <p:sp>
        <p:nvSpPr>
          <p:cNvPr id="11" name="Freeform 11"/>
          <p:cNvSpPr/>
          <p:nvPr/>
        </p:nvSpPr>
        <p:spPr>
          <a:xfrm rot="-1590540">
            <a:off x="15752769" y="-3945379"/>
            <a:ext cx="5070472" cy="6813766"/>
          </a:xfrm>
          <a:custGeom>
            <a:avLst/>
            <a:gdLst/>
            <a:ahLst/>
            <a:cxnLst/>
            <a:rect l="l" t="t" r="r" b="b"/>
            <a:pathLst>
              <a:path w="5070472" h="6813766">
                <a:moveTo>
                  <a:pt x="0" y="0"/>
                </a:moveTo>
                <a:lnTo>
                  <a:pt x="5070472" y="0"/>
                </a:lnTo>
                <a:lnTo>
                  <a:pt x="5070472" y="6813766"/>
                </a:lnTo>
                <a:lnTo>
                  <a:pt x="0" y="681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" r="-17"/>
            </a:stretch>
          </a:blipFill>
        </p:spPr>
      </p:sp>
      <p:sp>
        <p:nvSpPr>
          <p:cNvPr id="12" name="Freeform 12"/>
          <p:cNvSpPr/>
          <p:nvPr/>
        </p:nvSpPr>
        <p:spPr>
          <a:xfrm rot="3294900">
            <a:off x="14671843" y="6932905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7" y="0"/>
                </a:lnTo>
                <a:lnTo>
                  <a:pt x="1221077" y="1057751"/>
                </a:lnTo>
                <a:lnTo>
                  <a:pt x="0" y="1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3" name="Freeform 13"/>
          <p:cNvSpPr/>
          <p:nvPr/>
        </p:nvSpPr>
        <p:spPr>
          <a:xfrm rot="3294900">
            <a:off x="173174" y="4389053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6" y="0"/>
                </a:lnTo>
                <a:lnTo>
                  <a:pt x="1221076" y="1057752"/>
                </a:lnTo>
                <a:lnTo>
                  <a:pt x="0" y="10577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13" b="-114"/>
            </a:stretch>
          </a:blipFill>
        </p:spPr>
      </p:sp>
      <p:sp>
        <p:nvSpPr>
          <p:cNvPr id="14" name="Freeform 14"/>
          <p:cNvSpPr/>
          <p:nvPr/>
        </p:nvSpPr>
        <p:spPr>
          <a:xfrm rot="3294900">
            <a:off x="16893756" y="4209259"/>
            <a:ext cx="1221076" cy="1057751"/>
          </a:xfrm>
          <a:custGeom>
            <a:avLst/>
            <a:gdLst/>
            <a:ahLst/>
            <a:cxnLst/>
            <a:rect l="l" t="t" r="r" b="b"/>
            <a:pathLst>
              <a:path w="1221076" h="1057751">
                <a:moveTo>
                  <a:pt x="0" y="0"/>
                </a:moveTo>
                <a:lnTo>
                  <a:pt x="1221076" y="0"/>
                </a:lnTo>
                <a:lnTo>
                  <a:pt x="1221076" y="1057751"/>
                </a:lnTo>
                <a:lnTo>
                  <a:pt x="0" y="1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13" b="-114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617125" y="5721525"/>
            <a:ext cx="6448968" cy="4056212"/>
            <a:chOff x="0" y="0"/>
            <a:chExt cx="8598624" cy="54082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98662" cy="5408295"/>
            </a:xfrm>
            <a:custGeom>
              <a:avLst/>
              <a:gdLst/>
              <a:ahLst/>
              <a:cxnLst/>
              <a:rect l="l" t="t" r="r" b="b"/>
              <a:pathLst>
                <a:path w="8598662" h="5408295">
                  <a:moveTo>
                    <a:pt x="0" y="0"/>
                  </a:moveTo>
                  <a:lnTo>
                    <a:pt x="8598662" y="0"/>
                  </a:lnTo>
                  <a:lnTo>
                    <a:pt x="8598662" y="5408295"/>
                  </a:lnTo>
                  <a:lnTo>
                    <a:pt x="0" y="5408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976" r="-597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200868" y="1485519"/>
            <a:ext cx="6448968" cy="4056212"/>
            <a:chOff x="0" y="0"/>
            <a:chExt cx="8598624" cy="54082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98662" cy="5408295"/>
            </a:xfrm>
            <a:custGeom>
              <a:avLst/>
              <a:gdLst/>
              <a:ahLst/>
              <a:cxnLst/>
              <a:rect l="l" t="t" r="r" b="b"/>
              <a:pathLst>
                <a:path w="8598662" h="5408295">
                  <a:moveTo>
                    <a:pt x="0" y="0"/>
                  </a:moveTo>
                  <a:lnTo>
                    <a:pt x="8598662" y="0"/>
                  </a:lnTo>
                  <a:lnTo>
                    <a:pt x="8598662" y="5408295"/>
                  </a:lnTo>
                  <a:lnTo>
                    <a:pt x="0" y="5408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6157" r="-6157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617125" y="1485519"/>
            <a:ext cx="6448968" cy="4056212"/>
            <a:chOff x="0" y="0"/>
            <a:chExt cx="8598624" cy="54082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98662" cy="5408295"/>
            </a:xfrm>
            <a:custGeom>
              <a:avLst/>
              <a:gdLst/>
              <a:ahLst/>
              <a:cxnLst/>
              <a:rect l="l" t="t" r="r" b="b"/>
              <a:pathLst>
                <a:path w="8598662" h="5408295">
                  <a:moveTo>
                    <a:pt x="0" y="0"/>
                  </a:moveTo>
                  <a:lnTo>
                    <a:pt x="8598662" y="0"/>
                  </a:lnTo>
                  <a:lnTo>
                    <a:pt x="8598662" y="5408295"/>
                  </a:lnTo>
                  <a:lnTo>
                    <a:pt x="0" y="5408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5931" r="-5931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6397123" y="216789"/>
            <a:ext cx="7489965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60"/>
              </a:lnSpc>
            </a:pPr>
            <a:r>
              <a:rPr lang="en-US" sz="9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Interface</a:t>
            </a:r>
          </a:p>
        </p:txBody>
      </p:sp>
      <p:sp>
        <p:nvSpPr>
          <p:cNvPr id="22" name="TextBox 22"/>
          <p:cNvSpPr txBox="1"/>
          <p:nvPr/>
        </p:nvSpPr>
        <p:spPr>
          <a:xfrm rot="-5400000">
            <a:off x="15678565" y="3581710"/>
            <a:ext cx="1857096" cy="81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Rain Mode</a:t>
            </a:r>
          </a:p>
          <a:p>
            <a:pPr algn="r">
              <a:lnSpc>
                <a:spcPts val="3358"/>
              </a:lnSpc>
            </a:pPr>
            <a:endParaRPr lang="en-US" sz="2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3" name="TextBox 23"/>
          <p:cNvSpPr txBox="1"/>
          <p:nvPr/>
        </p:nvSpPr>
        <p:spPr>
          <a:xfrm rot="-5400000">
            <a:off x="7139676" y="3105954"/>
            <a:ext cx="2102361" cy="81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Sunny Day</a:t>
            </a:r>
          </a:p>
          <a:p>
            <a:pPr algn="l">
              <a:lnSpc>
                <a:spcPts val="3358"/>
              </a:lnSpc>
            </a:pPr>
            <a:endParaRPr lang="en-US" sz="2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4" name="TextBox 24"/>
          <p:cNvSpPr txBox="1"/>
          <p:nvPr/>
        </p:nvSpPr>
        <p:spPr>
          <a:xfrm rot="-5400000">
            <a:off x="7128915" y="7054110"/>
            <a:ext cx="2123882" cy="81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Night Mode</a:t>
            </a:r>
          </a:p>
          <a:p>
            <a:pPr algn="l">
              <a:lnSpc>
                <a:spcPts val="3358"/>
              </a:lnSpc>
            </a:pPr>
            <a:endParaRPr lang="en-US" sz="2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5" name="TextBox 25"/>
          <p:cNvSpPr txBox="1"/>
          <p:nvPr/>
        </p:nvSpPr>
        <p:spPr>
          <a:xfrm rot="-5400000">
            <a:off x="15678565" y="7732754"/>
            <a:ext cx="1857096" cy="81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Rain Mode</a:t>
            </a:r>
          </a:p>
          <a:p>
            <a:pPr algn="r">
              <a:lnSpc>
                <a:spcPts val="3358"/>
              </a:lnSpc>
            </a:pPr>
            <a:endParaRPr lang="en-US" sz="2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23722" y="8954433"/>
            <a:ext cx="5411438" cy="2665133"/>
          </a:xfrm>
          <a:custGeom>
            <a:avLst/>
            <a:gdLst/>
            <a:ahLst/>
            <a:cxnLst/>
            <a:rect l="l" t="t" r="r" b="b"/>
            <a:pathLst>
              <a:path w="5411438" h="2665133">
                <a:moveTo>
                  <a:pt x="0" y="0"/>
                </a:moveTo>
                <a:lnTo>
                  <a:pt x="5411438" y="0"/>
                </a:lnTo>
                <a:lnTo>
                  <a:pt x="5411438" y="2665134"/>
                </a:lnTo>
                <a:lnTo>
                  <a:pt x="0" y="2665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1" r="-4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91500" y="9657607"/>
            <a:ext cx="14226673" cy="1162202"/>
          </a:xfrm>
          <a:custGeom>
            <a:avLst/>
            <a:gdLst/>
            <a:ahLst/>
            <a:cxnLst/>
            <a:rect l="l" t="t" r="r" b="b"/>
            <a:pathLst>
              <a:path w="14226673" h="1162202">
                <a:moveTo>
                  <a:pt x="0" y="0"/>
                </a:moveTo>
                <a:lnTo>
                  <a:pt x="14226674" y="0"/>
                </a:lnTo>
                <a:lnTo>
                  <a:pt x="14226674" y="1162202"/>
                </a:lnTo>
                <a:lnTo>
                  <a:pt x="0" y="1162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35164" y="9403499"/>
            <a:ext cx="5008436" cy="1325051"/>
          </a:xfrm>
          <a:custGeom>
            <a:avLst/>
            <a:gdLst/>
            <a:ahLst/>
            <a:cxnLst/>
            <a:rect l="l" t="t" r="r" b="b"/>
            <a:pathLst>
              <a:path w="5008436" h="1325051">
                <a:moveTo>
                  <a:pt x="0" y="0"/>
                </a:moveTo>
                <a:lnTo>
                  <a:pt x="5008436" y="0"/>
                </a:lnTo>
                <a:lnTo>
                  <a:pt x="5008436" y="1325051"/>
                </a:lnTo>
                <a:lnTo>
                  <a:pt x="0" y="132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87670" y="-3244053"/>
            <a:ext cx="4143261" cy="5567763"/>
          </a:xfrm>
          <a:custGeom>
            <a:avLst/>
            <a:gdLst/>
            <a:ahLst/>
            <a:cxnLst/>
            <a:rect l="l" t="t" r="r" b="b"/>
            <a:pathLst>
              <a:path w="4143261" h="5567763">
                <a:moveTo>
                  <a:pt x="0" y="0"/>
                </a:moveTo>
                <a:lnTo>
                  <a:pt x="4143260" y="0"/>
                </a:lnTo>
                <a:lnTo>
                  <a:pt x="4143260" y="5567762"/>
                </a:lnTo>
                <a:lnTo>
                  <a:pt x="0" y="5567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7" r="-77"/>
            </a:stretch>
          </a:blipFill>
        </p:spPr>
      </p:sp>
      <p:sp>
        <p:nvSpPr>
          <p:cNvPr id="6" name="Freeform 6"/>
          <p:cNvSpPr/>
          <p:nvPr/>
        </p:nvSpPr>
        <p:spPr>
          <a:xfrm rot="-1673640">
            <a:off x="17231144" y="6584397"/>
            <a:ext cx="923390" cy="799889"/>
          </a:xfrm>
          <a:custGeom>
            <a:avLst/>
            <a:gdLst/>
            <a:ahLst/>
            <a:cxnLst/>
            <a:rect l="l" t="t" r="r" b="b"/>
            <a:pathLst>
              <a:path w="923390" h="799889">
                <a:moveTo>
                  <a:pt x="0" y="0"/>
                </a:moveTo>
                <a:lnTo>
                  <a:pt x="923389" y="0"/>
                </a:lnTo>
                <a:lnTo>
                  <a:pt x="923389" y="799889"/>
                </a:lnTo>
                <a:lnTo>
                  <a:pt x="0" y="7998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2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03" r="-20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07771" y="2539477"/>
            <a:ext cx="6621941" cy="4444864"/>
          </a:xfrm>
          <a:custGeom>
            <a:avLst/>
            <a:gdLst/>
            <a:ahLst/>
            <a:cxnLst/>
            <a:rect l="l" t="t" r="r" b="b"/>
            <a:pathLst>
              <a:path w="6621941" h="4444864">
                <a:moveTo>
                  <a:pt x="0" y="0"/>
                </a:moveTo>
                <a:lnTo>
                  <a:pt x="6621941" y="0"/>
                </a:lnTo>
                <a:lnTo>
                  <a:pt x="6621941" y="4444865"/>
                </a:lnTo>
                <a:lnTo>
                  <a:pt x="0" y="44448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838504" y="382457"/>
            <a:ext cx="5934008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Outcome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84290" y="9663903"/>
            <a:ext cx="1375010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38504" y="2190359"/>
            <a:ext cx="10000374" cy="469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2499" spc="4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project delivers a dynamic town simulation with smooth transitions between day, night, and rainy conditions. Animated elements like cars, clouds, and rain create a lively and realistic environment.</a:t>
            </a:r>
          </a:p>
          <a:p>
            <a:pPr algn="just">
              <a:lnSpc>
                <a:spcPts val="4174"/>
              </a:lnSpc>
            </a:pPr>
            <a:r>
              <a:rPr lang="en-US" sz="2499" spc="4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effectively demonstrates the practical use of computer graphics concepts, combining algorithms, animation, and interactivity to build a real-time visual system.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1028700" y="2137143"/>
            <a:ext cx="9371943" cy="6478353"/>
          </a:xfrm>
          <a:custGeom>
            <a:avLst/>
            <a:gdLst/>
            <a:ahLst/>
            <a:cxnLst/>
            <a:rect l="l" t="t" r="r" b="b"/>
            <a:pathLst>
              <a:path w="9371943" h="6478353">
                <a:moveTo>
                  <a:pt x="9371943" y="0"/>
                </a:moveTo>
                <a:lnTo>
                  <a:pt x="0" y="0"/>
                </a:lnTo>
                <a:lnTo>
                  <a:pt x="0" y="6478353"/>
                </a:lnTo>
                <a:lnTo>
                  <a:pt x="9371943" y="6478353"/>
                </a:lnTo>
                <a:lnTo>
                  <a:pt x="93719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" b="-5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67570" y="7890672"/>
            <a:ext cx="4468558" cy="4114800"/>
          </a:xfrm>
          <a:custGeom>
            <a:avLst/>
            <a:gdLst/>
            <a:ahLst/>
            <a:cxnLst/>
            <a:rect l="l" t="t" r="r" b="b"/>
            <a:pathLst>
              <a:path w="4468558" h="4114800">
                <a:moveTo>
                  <a:pt x="0" y="0"/>
                </a:moveTo>
                <a:lnTo>
                  <a:pt x="4468558" y="0"/>
                </a:lnTo>
                <a:lnTo>
                  <a:pt x="44685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" r="-9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91500" y="9657607"/>
            <a:ext cx="14226673" cy="1105852"/>
          </a:xfrm>
          <a:custGeom>
            <a:avLst/>
            <a:gdLst/>
            <a:ahLst/>
            <a:cxnLst/>
            <a:rect l="l" t="t" r="r" b="b"/>
            <a:pathLst>
              <a:path w="14226673" h="1105852">
                <a:moveTo>
                  <a:pt x="0" y="0"/>
                </a:moveTo>
                <a:lnTo>
                  <a:pt x="14226674" y="0"/>
                </a:lnTo>
                <a:lnTo>
                  <a:pt x="14226674" y="1105853"/>
                </a:lnTo>
                <a:lnTo>
                  <a:pt x="0" y="11058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35164" y="9403499"/>
            <a:ext cx="5053565" cy="1129484"/>
          </a:xfrm>
          <a:custGeom>
            <a:avLst/>
            <a:gdLst/>
            <a:ahLst/>
            <a:cxnLst/>
            <a:rect l="l" t="t" r="r" b="b"/>
            <a:pathLst>
              <a:path w="5053565" h="1129484">
                <a:moveTo>
                  <a:pt x="0" y="0"/>
                </a:moveTo>
                <a:lnTo>
                  <a:pt x="5053565" y="0"/>
                </a:lnTo>
                <a:lnTo>
                  <a:pt x="5053565" y="1129484"/>
                </a:lnTo>
                <a:lnTo>
                  <a:pt x="0" y="11294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209589" y="8615505"/>
            <a:ext cx="5411438" cy="2665133"/>
          </a:xfrm>
          <a:custGeom>
            <a:avLst/>
            <a:gdLst/>
            <a:ahLst/>
            <a:cxnLst/>
            <a:rect l="l" t="t" r="r" b="b"/>
            <a:pathLst>
              <a:path w="5411438" h="2665133">
                <a:moveTo>
                  <a:pt x="0" y="0"/>
                </a:moveTo>
                <a:lnTo>
                  <a:pt x="5411438" y="0"/>
                </a:lnTo>
                <a:lnTo>
                  <a:pt x="5411438" y="2665133"/>
                </a:lnTo>
                <a:lnTo>
                  <a:pt x="0" y="26651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1" r="-4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899807" y="-981104"/>
            <a:ext cx="3176111" cy="3257550"/>
          </a:xfrm>
          <a:custGeom>
            <a:avLst/>
            <a:gdLst/>
            <a:ahLst/>
            <a:cxnLst/>
            <a:rect l="l" t="t" r="r" b="b"/>
            <a:pathLst>
              <a:path w="3176111" h="3257550">
                <a:moveTo>
                  <a:pt x="0" y="0"/>
                </a:moveTo>
                <a:lnTo>
                  <a:pt x="3176112" y="0"/>
                </a:lnTo>
                <a:lnTo>
                  <a:pt x="3176112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2" r="-8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209589" y="-639642"/>
            <a:ext cx="2238289" cy="2907944"/>
          </a:xfrm>
          <a:custGeom>
            <a:avLst/>
            <a:gdLst/>
            <a:ahLst/>
            <a:cxnLst/>
            <a:rect l="l" t="t" r="r" b="b"/>
            <a:pathLst>
              <a:path w="2238289" h="2907944">
                <a:moveTo>
                  <a:pt x="0" y="0"/>
                </a:moveTo>
                <a:lnTo>
                  <a:pt x="2238289" y="0"/>
                </a:lnTo>
                <a:lnTo>
                  <a:pt x="2238289" y="2907945"/>
                </a:lnTo>
                <a:lnTo>
                  <a:pt x="0" y="29079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546920">
            <a:off x="4503811" y="209131"/>
            <a:ext cx="1422578" cy="1232306"/>
          </a:xfrm>
          <a:custGeom>
            <a:avLst/>
            <a:gdLst/>
            <a:ahLst/>
            <a:cxnLst/>
            <a:rect l="l" t="t" r="r" b="b"/>
            <a:pathLst>
              <a:path w="1422578" h="1232306">
                <a:moveTo>
                  <a:pt x="0" y="0"/>
                </a:moveTo>
                <a:lnTo>
                  <a:pt x="1422577" y="0"/>
                </a:lnTo>
                <a:lnTo>
                  <a:pt x="1422577" y="1232306"/>
                </a:lnTo>
                <a:lnTo>
                  <a:pt x="0" y="123230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32999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t="-23" b="-23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225478" y="3955837"/>
            <a:ext cx="6978386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84290" y="9663903"/>
            <a:ext cx="1375010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Page 10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C56F92-B2D7-461A-94DD-0F4BCEF4A0D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2530554"/>
            <a:ext cx="7029610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342</Words>
  <Application>Microsoft Office PowerPoint</Application>
  <PresentationFormat>Custom</PresentationFormat>
  <Paragraphs>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Arimo</vt:lpstr>
      <vt:lpstr>Josefin Sans</vt:lpstr>
      <vt:lpstr>Calibri</vt:lpstr>
      <vt:lpstr>Canva Sans Bold</vt:lpstr>
      <vt:lpstr>Josefin Sans Bold</vt:lpstr>
      <vt:lpstr>Arial</vt:lpstr>
      <vt:lpstr>Poppins 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Town Life.pptx</dc:title>
  <cp:lastModifiedBy>Tamim Islam</cp:lastModifiedBy>
  <cp:revision>5</cp:revision>
  <dcterms:created xsi:type="dcterms:W3CDTF">2006-08-16T00:00:00Z</dcterms:created>
  <dcterms:modified xsi:type="dcterms:W3CDTF">2026-04-21T18:05:31Z</dcterms:modified>
  <dc:identifier>DAHHJLATbLQ</dc:identifier>
</cp:coreProperties>
</file>